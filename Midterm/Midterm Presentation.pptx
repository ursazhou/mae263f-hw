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1B1E-6EF8-F6F7-219D-0B9E5DA2A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F40A7-9412-E99A-E5EF-3A63535B5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5A624-C7FD-A8FD-E447-90DC77A7C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31773-A3CD-8959-E4AC-0EE1FEFBC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A6B02-3A7E-3A31-51B8-A3905229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75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03C6A-C2B9-7EF2-B8C1-325C1A7B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37AE3-7ED7-BC86-0BC1-084D59283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BAA8F-D0B1-41FF-265C-97876E7D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1C168-BF82-FC04-3D2C-02544ED30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F827C-C276-DA93-8A78-4F8061CB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78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496E-C0EE-4CAB-35E8-2406DEDB5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D92C0-7ECB-4883-6D16-DA613EF95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A9199-C5DF-926C-3BE6-60654FC45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234E3-333E-B064-0B14-C647495D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85FEB-56C9-097D-D320-49CB9998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5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78C1-72D4-D3B4-68DF-C51BA03D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4B5FE-36B4-1605-54FA-D0A0858B2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8D946-8F38-890A-1E87-5A41A91B4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E196C-E30D-A9E6-98A6-0782FF3C4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F480D-3859-1D06-FE36-BF3C9320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DA7A9-B5FC-E4A3-6D1C-267A13C9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034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9463-5448-A7E4-763F-ED7419092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9CE93-26E0-449A-5CB6-BE99EBB93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29491-EAC0-E2AF-CF0B-D56824902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A85E5-524B-7997-7440-E0F87DFF93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8686C2-E5A3-3FB1-3A8C-A6842F0D6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E18FE-B9B7-466B-D920-B339F077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1A83EE-804D-301F-178C-8DC1E1B7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AC75C-B5CC-A609-F787-0177782D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8273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ECBC-0AD1-A3C2-9210-F9B7A5C4F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10D12-4773-EA99-0517-8268D550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41108-1430-71D5-A718-1899A7AD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E280E-7E8B-B04D-60D8-F7A56111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417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7DB05-D2CB-BF27-2138-7EBE4414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6983D-959E-C1B1-FBE9-4804E5FE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0A91E-9BD6-BA3B-39E4-AFC6FA8B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21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0720-1466-D839-0D46-C6DECD68A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D896D-5F19-A863-9FB1-B6401115D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B8D47-D813-A835-68B6-F252AE23E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7E592-B1AC-E2C5-BB9B-8FF741F9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C90FA-8E43-EE79-57A8-754BAC54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CFF02-A6B3-2C6D-E2FD-03122D2AA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37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3FA4-7A2A-57E4-EEE9-3832B2360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BF34AD-A283-AEE7-35F4-B45FF3561B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35741-D61C-83B4-EA27-C678A4B1D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C5245-4615-798E-DC41-AA71C378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9879C-2990-1CC6-D342-AE00D51F2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8569-2433-57EF-6478-BDF3CCC8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45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23617-7C68-7912-E51D-8DEB7D9A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79223D-BAFC-103F-F07D-3159D38E5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FEA62-672C-84D9-C631-3AD9C119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1F599-F476-5D5B-3B1E-D30A91A79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5547E-8127-C640-9784-242A27C5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60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C3F84F-BD35-2B04-DE36-50FF7172D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8EB63-D8DB-CE54-C122-FF8245C06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6F8B5-1052-E936-9190-1F7BD226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A96EC-C185-3446-4F91-94BBB73C5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EEB65-5D14-8232-4C54-EF463C4E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577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E4B500-D8D5-7810-8DB6-62AB468F8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37763-0531-FC8D-6352-4A67507B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4F201-3D89-E20A-11D8-405C12988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C454F-6704-4813-987D-F29397B928C0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0B2E3-F523-DC4C-DFE4-09C99D727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93E75-5E65-59EC-E73E-B0B8F17A3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223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8C96-FBDB-46DB-C36D-DB1523218E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DEM of a Granular-Jamming Soft Segment</a:t>
            </a:r>
            <a:endParaRPr lang="zh-TW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A8E3D-8944-6E4F-8B50-C869AF0C6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Ursa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5814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ll-terrain granular gripper ...">
            <a:extLst>
              <a:ext uri="{FF2B5EF4-FFF2-40B4-BE49-F238E27FC236}">
                <a16:creationId xmlns:a16="http://schemas.microsoft.com/office/drawing/2014/main" id="{DBC2CE89-7020-56B9-CAED-FDFB601AF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740" y="2026954"/>
            <a:ext cx="4057607" cy="183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0E8DE1-6E1D-9C37-7D44-9CD58CAE18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38" t="48646" r="-25738" b="-2229"/>
          <a:stretch>
            <a:fillRect/>
          </a:stretch>
        </p:blipFill>
        <p:spPr>
          <a:xfrm>
            <a:off x="7317435" y="71098"/>
            <a:ext cx="6524625" cy="20364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F525CF-5D03-43B8-632B-297F1E500F87}"/>
              </a:ext>
            </a:extLst>
          </p:cNvPr>
          <p:cNvSpPr txBox="1"/>
          <p:nvPr/>
        </p:nvSpPr>
        <p:spPr>
          <a:xfrm>
            <a:off x="82310" y="3731313"/>
            <a:ext cx="90692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Granular jamming</a:t>
            </a:r>
            <a:r>
              <a:rPr lang="en-US" altLang="zh-TW" dirty="0"/>
              <a:t>: if you pull a vacuum on a bag of grains, it suddenly becomes very stiff.</a:t>
            </a:r>
            <a:endParaRPr lang="zh-TW" altLang="en-US" dirty="0"/>
          </a:p>
          <a:p>
            <a:r>
              <a:rPr lang="en-US" altLang="zh-TW" b="1" dirty="0"/>
              <a:t>Unjammed</a:t>
            </a:r>
            <a:r>
              <a:rPr lang="en-US" altLang="zh-TW" dirty="0"/>
              <a:t>: low stiffness for safe, dexterous motion and tip positioning.</a:t>
            </a:r>
          </a:p>
          <a:p>
            <a:r>
              <a:rPr lang="en-US" altLang="zh-TW" b="1" dirty="0"/>
              <a:t>Jammed</a:t>
            </a:r>
            <a:r>
              <a:rPr lang="en-US" altLang="zh-TW" dirty="0"/>
              <a:t>: high stiffness for accurate shape holding and payload support.</a:t>
            </a:r>
            <a:endParaRPr lang="zh-TW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26C32C-BF8E-2CC7-6AD4-6E74746E3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21" y="71098"/>
            <a:ext cx="6843665" cy="3611233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E8AC1D61-4746-7928-E439-197CDE458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22067"/>
            <a:ext cx="1254792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core is modeled as 21 particles in a line.</a:t>
            </a:r>
            <a:endParaRPr kumimoji="0" lang="en-US" altLang="zh-TW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Neighboring particles are connected by </a:t>
            </a:r>
            <a:r>
              <a:rPr kumimoji="0" lang="en-US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springs</a:t>
            </a: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spring stiffness </a:t>
            </a:r>
            <a:r>
              <a:rPr kumimoji="0" lang="en-US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</a:t>
            </a: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50 kPa.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Around each core particle I place 6 granular bead</a:t>
            </a:r>
            <a:r>
              <a:rPr kumimoji="0" lang="en-US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in tota</a:t>
            </a:r>
            <a:r>
              <a:rPr kumimoji="0" lang="en-US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 </a:t>
            </a: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 100 beads representing the jamming sleeve.</a:t>
            </a:r>
            <a:endParaRPr kumimoji="0" lang="en-US" altLang="zh-TW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particles feel gravity, and the base node is clamped.</a:t>
            </a:r>
            <a:endParaRPr kumimoji="0" lang="en-US" altLang="zh-TW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the tip core node I apply a constant downward force</a:t>
            </a:r>
            <a:r>
              <a:rPr kumimoji="0" lang="en-US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zh-TW" altLang="zh-TW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vacuum = 0 → unjammed, soft contacts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vacuum = 1 → jammed, stiff contacts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69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93BED-0B07-EC49-564F-FBF8666B9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21" y="204338"/>
            <a:ext cx="4522400" cy="35083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514F9B-E71D-6834-DB31-3976D7175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31" y="3711796"/>
            <a:ext cx="4773283" cy="2970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47F6BD-604C-E255-449A-73E5A307E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890" y="204801"/>
            <a:ext cx="4455559" cy="350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97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398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DEM of a Granular-Jamming Soft Segment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Ursa Zhou</dc:creator>
  <cp:lastModifiedBy>Ursa Zhou</cp:lastModifiedBy>
  <cp:revision>1</cp:revision>
  <dcterms:created xsi:type="dcterms:W3CDTF">2025-11-26T10:40:11Z</dcterms:created>
  <dcterms:modified xsi:type="dcterms:W3CDTF">2025-11-26T19:54:25Z</dcterms:modified>
</cp:coreProperties>
</file>